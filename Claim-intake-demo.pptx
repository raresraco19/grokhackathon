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MODULE 4.3  ·  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 intake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Open, hold, or refuse against the policy excerpt.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Never state a payout.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product is the laptop. These slides only name the track.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Claim intake · Module 4.3 · never a payout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/ 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cases. Both live.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1188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CL-03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PX-GLASS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Photos on file. Accept for intake. Do not promise a payout.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097280"/>
            <a:ext cx="361188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25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CL-04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2240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refuse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27889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PX-FLOOD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2461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Flood is excluded. Quote this rule. Log, do not send.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097280"/>
            <a:ext cx="361188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325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CL-08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Collision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66760" y="2240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66760" y="27889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PX-COLLISION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6760" y="32461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Photos missing → hold. Attach a photo → open, then confirm.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Claim intake · Module 4.3 · never a payout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order. Then stop.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8961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6128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737360" y="106984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track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Claim intake. Open, hold, or refuse. Never a payout.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8961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6712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207568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 — live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423160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CL-03 glass → open. Read the PX-GLASS line from the file.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1064240" cy="8961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7296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308152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Refuse — live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3429000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CL-04 flood → refuse. Read the PX-FLOOD line. Confirm is blocked.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64240" cy="8961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7880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408736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at the laptop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4434840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AGENTS.md, skill, hook, MCP lookup_rule, Intake Clerk bot.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64240" cy="8961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18464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37360" y="509320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5440680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Questions from judges only. If asked what we pay: the desk does not state a payout.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Claim intake · Module 4.3 · never a payout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492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on the laptop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5778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704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inspect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Kit in data/ and md/ before any engine files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5778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048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AGENTS.md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Only md/policy-excerpt.md. Call lookup_rule.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55778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6393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skill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/review-fnol — same order as python/decide.py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5778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8737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52120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Blocks edits to the policy excerpt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55080" y="1005840"/>
            <a:ext cx="55778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1704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MCP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150876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lookup_rule flood → PX-FLOOD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55080" y="2240280"/>
            <a:ext cx="55778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4048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script + test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27432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bin/run.sh · bin/demo.sh · CL-04 stays refused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55080" y="3474720"/>
            <a:ext cx="55778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6393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website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9776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bin/desk.sh · 127.0.0.1:8788 · confirm before send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55080" y="4709160"/>
            <a:ext cx="55778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8737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Grok Bot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52120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Intake Clerk. Waits for a yes. Never mints. Never pays.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Claim intake · Module 4.3 · never a payout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0" y="6492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this went live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clicks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intake clerk. Open and hold stay draft until Confirm. Refuse is logged, not sent.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048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 undo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Undo restores draft and clears the claim number. History is appended, not deleted.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1106424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393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log holds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00507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Report id, decision, quoted policy line, timestamp as YYYY-MM-DD HH:MM:SS. No amount.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6424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73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23951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CL-08: attach an image to move hold → open. Remove photo to return to hold. Kit file is never rewritten.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Claim intake · Module 4.3 · never a payout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0" y="6492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 intake · Module 4.3</dc:title>
  <dc:subject>Live demo — FNOL desk</dc:subject>
  <dc:creator>Grok Enablement Workshop</dc:creator>
  <cp:lastModifiedBy>Grok Enablement Workshop</cp:lastModifiedBy>
  <cp:revision>1</cp:revision>
  <dcterms:created xsi:type="dcterms:W3CDTF">2026-09-18T13:35:10Z</dcterms:created>
  <dcterms:modified xsi:type="dcterms:W3CDTF">2026-09-18T13:35:10Z</dcterms:modified>
</cp:coreProperties>
</file>